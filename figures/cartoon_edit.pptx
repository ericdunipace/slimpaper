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6062663" cy="3017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92"/>
    <p:restoredTop sz="94595"/>
  </p:normalViewPr>
  <p:slideViewPr>
    <p:cSldViewPr snapToGrid="0" snapToObjects="1">
      <p:cViewPr varScale="1">
        <p:scale>
          <a:sx n="193" d="100"/>
          <a:sy n="193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833" y="493892"/>
            <a:ext cx="4546997" cy="1050655"/>
          </a:xfrm>
        </p:spPr>
        <p:txBody>
          <a:bodyPr anchor="b"/>
          <a:lstStyle>
            <a:lvl1pPr algn="ctr"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7833" y="1585064"/>
            <a:ext cx="4546997" cy="728612"/>
          </a:xfrm>
        </p:spPr>
        <p:txBody>
          <a:bodyPr/>
          <a:lstStyle>
            <a:lvl1pPr marL="0" indent="0" algn="ctr">
              <a:buNone/>
              <a:defRPr sz="1056"/>
            </a:lvl1pPr>
            <a:lvl2pPr marL="201168" indent="0" algn="ctr">
              <a:buNone/>
              <a:defRPr sz="880"/>
            </a:lvl2pPr>
            <a:lvl3pPr marL="402336" indent="0" algn="ctr">
              <a:buNone/>
              <a:defRPr sz="792"/>
            </a:lvl3pPr>
            <a:lvl4pPr marL="603504" indent="0" algn="ctr">
              <a:buNone/>
              <a:defRPr sz="704"/>
            </a:lvl4pPr>
            <a:lvl5pPr marL="804672" indent="0" algn="ctr">
              <a:buNone/>
              <a:defRPr sz="704"/>
            </a:lvl5pPr>
            <a:lvl6pPr marL="1005840" indent="0" algn="ctr">
              <a:buNone/>
              <a:defRPr sz="704"/>
            </a:lvl6pPr>
            <a:lvl7pPr marL="1207008" indent="0" algn="ctr">
              <a:buNone/>
              <a:defRPr sz="704"/>
            </a:lvl7pPr>
            <a:lvl8pPr marL="1408176" indent="0" algn="ctr">
              <a:buNone/>
              <a:defRPr sz="704"/>
            </a:lvl8pPr>
            <a:lvl9pPr marL="1609344" indent="0" algn="ctr">
              <a:buNone/>
              <a:defRPr sz="7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4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4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650" y="752364"/>
            <a:ext cx="5229047" cy="1255337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3650" y="2019577"/>
            <a:ext cx="5229047" cy="660152"/>
          </a:xfrm>
        </p:spPr>
        <p:txBody>
          <a:bodyPr/>
          <a:lstStyle>
            <a:lvl1pPr marL="0" indent="0">
              <a:buNone/>
              <a:defRPr sz="1056">
                <a:solidFill>
                  <a:schemeClr val="tx1">
                    <a:tint val="75000"/>
                  </a:schemeClr>
                </a:solidFill>
              </a:defRPr>
            </a:lvl1pPr>
            <a:lvl2pPr marL="201168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2pPr>
            <a:lvl3pPr marL="402336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3pPr>
            <a:lvl4pPr marL="603504" indent="0">
              <a:buNone/>
              <a:defRPr sz="704">
                <a:solidFill>
                  <a:schemeClr val="tx1">
                    <a:tint val="75000"/>
                  </a:schemeClr>
                </a:solidFill>
              </a:defRPr>
            </a:lvl4pPr>
            <a:lvl5pPr marL="804672" indent="0">
              <a:buNone/>
              <a:defRPr sz="704">
                <a:solidFill>
                  <a:schemeClr val="tx1">
                    <a:tint val="75000"/>
                  </a:schemeClr>
                </a:solidFill>
              </a:defRPr>
            </a:lvl5pPr>
            <a:lvl6pPr marL="1005840" indent="0">
              <a:buNone/>
              <a:defRPr sz="704">
                <a:solidFill>
                  <a:schemeClr val="tx1">
                    <a:tint val="75000"/>
                  </a:schemeClr>
                </a:solidFill>
              </a:defRPr>
            </a:lvl6pPr>
            <a:lvl7pPr marL="1207008" indent="0">
              <a:buNone/>
              <a:defRPr sz="704">
                <a:solidFill>
                  <a:schemeClr val="tx1">
                    <a:tint val="75000"/>
                  </a:schemeClr>
                </a:solidFill>
              </a:defRPr>
            </a:lvl7pPr>
            <a:lvl8pPr marL="1408176" indent="0">
              <a:buNone/>
              <a:defRPr sz="704">
                <a:solidFill>
                  <a:schemeClr val="tx1">
                    <a:tint val="75000"/>
                  </a:schemeClr>
                </a:solidFill>
              </a:defRPr>
            </a:lvl8pPr>
            <a:lvl9pPr marL="1609344" indent="0">
              <a:buNone/>
              <a:defRPr sz="7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808" y="803360"/>
            <a:ext cx="2576632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69223" y="803360"/>
            <a:ext cx="2576632" cy="1914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98" y="160672"/>
            <a:ext cx="5229047" cy="5833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98" y="739790"/>
            <a:ext cx="2564790" cy="362559"/>
          </a:xfrm>
        </p:spPr>
        <p:txBody>
          <a:bodyPr anchor="b"/>
          <a:lstStyle>
            <a:lvl1pPr marL="0" indent="0">
              <a:buNone/>
              <a:defRPr sz="1056" b="1"/>
            </a:lvl1pPr>
            <a:lvl2pPr marL="201168" indent="0">
              <a:buNone/>
              <a:defRPr sz="880" b="1"/>
            </a:lvl2pPr>
            <a:lvl3pPr marL="402336" indent="0">
              <a:buNone/>
              <a:defRPr sz="792" b="1"/>
            </a:lvl3pPr>
            <a:lvl4pPr marL="603504" indent="0">
              <a:buNone/>
              <a:defRPr sz="704" b="1"/>
            </a:lvl4pPr>
            <a:lvl5pPr marL="804672" indent="0">
              <a:buNone/>
              <a:defRPr sz="704" b="1"/>
            </a:lvl5pPr>
            <a:lvl6pPr marL="1005840" indent="0">
              <a:buNone/>
              <a:defRPr sz="704" b="1"/>
            </a:lvl6pPr>
            <a:lvl7pPr marL="1207008" indent="0">
              <a:buNone/>
              <a:defRPr sz="704" b="1"/>
            </a:lvl7pPr>
            <a:lvl8pPr marL="1408176" indent="0">
              <a:buNone/>
              <a:defRPr sz="704" b="1"/>
            </a:lvl8pPr>
            <a:lvl9pPr marL="1609344" indent="0">
              <a:buNone/>
              <a:defRPr sz="7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598" y="1102349"/>
            <a:ext cx="2564790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69223" y="739790"/>
            <a:ext cx="2577421" cy="362559"/>
          </a:xfrm>
        </p:spPr>
        <p:txBody>
          <a:bodyPr anchor="b"/>
          <a:lstStyle>
            <a:lvl1pPr marL="0" indent="0">
              <a:buNone/>
              <a:defRPr sz="1056" b="1"/>
            </a:lvl1pPr>
            <a:lvl2pPr marL="201168" indent="0">
              <a:buNone/>
              <a:defRPr sz="880" b="1"/>
            </a:lvl2pPr>
            <a:lvl3pPr marL="402336" indent="0">
              <a:buNone/>
              <a:defRPr sz="792" b="1"/>
            </a:lvl3pPr>
            <a:lvl4pPr marL="603504" indent="0">
              <a:buNone/>
              <a:defRPr sz="704" b="1"/>
            </a:lvl4pPr>
            <a:lvl5pPr marL="804672" indent="0">
              <a:buNone/>
              <a:defRPr sz="704" b="1"/>
            </a:lvl5pPr>
            <a:lvl6pPr marL="1005840" indent="0">
              <a:buNone/>
              <a:defRPr sz="704" b="1"/>
            </a:lvl6pPr>
            <a:lvl7pPr marL="1207008" indent="0">
              <a:buNone/>
              <a:defRPr sz="704" b="1"/>
            </a:lvl7pPr>
            <a:lvl8pPr marL="1408176" indent="0">
              <a:buNone/>
              <a:defRPr sz="704" b="1"/>
            </a:lvl8pPr>
            <a:lvl9pPr marL="1609344" indent="0">
              <a:buNone/>
              <a:defRPr sz="7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69223" y="1102349"/>
            <a:ext cx="2577421" cy="16213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7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3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9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98" y="201189"/>
            <a:ext cx="1955366" cy="704162"/>
          </a:xfrm>
        </p:spPr>
        <p:txBody>
          <a:bodyPr anchor="b"/>
          <a:lstStyle>
            <a:lvl1pPr>
              <a:defRPr sz="14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7422" y="434513"/>
            <a:ext cx="3069223" cy="2144621"/>
          </a:xfrm>
        </p:spPr>
        <p:txBody>
          <a:bodyPr/>
          <a:lstStyle>
            <a:lvl1pPr>
              <a:defRPr sz="1408"/>
            </a:lvl1pPr>
            <a:lvl2pPr>
              <a:defRPr sz="1232"/>
            </a:lvl2pPr>
            <a:lvl3pPr>
              <a:defRPr sz="1056"/>
            </a:lvl3pPr>
            <a:lvl4pPr>
              <a:defRPr sz="880"/>
            </a:lvl4pPr>
            <a:lvl5pPr>
              <a:defRPr sz="880"/>
            </a:lvl5pPr>
            <a:lvl6pPr>
              <a:defRPr sz="880"/>
            </a:lvl6pPr>
            <a:lvl7pPr>
              <a:defRPr sz="880"/>
            </a:lvl7pPr>
            <a:lvl8pPr>
              <a:defRPr sz="880"/>
            </a:lvl8pPr>
            <a:lvl9pPr>
              <a:defRPr sz="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598" y="905352"/>
            <a:ext cx="1955366" cy="1677275"/>
          </a:xfrm>
        </p:spPr>
        <p:txBody>
          <a:bodyPr/>
          <a:lstStyle>
            <a:lvl1pPr marL="0" indent="0">
              <a:buNone/>
              <a:defRPr sz="704"/>
            </a:lvl1pPr>
            <a:lvl2pPr marL="201168" indent="0">
              <a:buNone/>
              <a:defRPr sz="616"/>
            </a:lvl2pPr>
            <a:lvl3pPr marL="402336" indent="0">
              <a:buNone/>
              <a:defRPr sz="528"/>
            </a:lvl3pPr>
            <a:lvl4pPr marL="603504" indent="0">
              <a:buNone/>
              <a:defRPr sz="440"/>
            </a:lvl4pPr>
            <a:lvl5pPr marL="804672" indent="0">
              <a:buNone/>
              <a:defRPr sz="440"/>
            </a:lvl5pPr>
            <a:lvl6pPr marL="1005840" indent="0">
              <a:buNone/>
              <a:defRPr sz="440"/>
            </a:lvl6pPr>
            <a:lvl7pPr marL="1207008" indent="0">
              <a:buNone/>
              <a:defRPr sz="440"/>
            </a:lvl7pPr>
            <a:lvl8pPr marL="1408176" indent="0">
              <a:buNone/>
              <a:defRPr sz="440"/>
            </a:lvl8pPr>
            <a:lvl9pPr marL="1609344" indent="0">
              <a:buNone/>
              <a:defRPr sz="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1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98" y="201189"/>
            <a:ext cx="1955366" cy="704162"/>
          </a:xfrm>
        </p:spPr>
        <p:txBody>
          <a:bodyPr anchor="b"/>
          <a:lstStyle>
            <a:lvl1pPr>
              <a:defRPr sz="14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77422" y="434513"/>
            <a:ext cx="3069223" cy="2144621"/>
          </a:xfrm>
        </p:spPr>
        <p:txBody>
          <a:bodyPr anchor="t"/>
          <a:lstStyle>
            <a:lvl1pPr marL="0" indent="0">
              <a:buNone/>
              <a:defRPr sz="1408"/>
            </a:lvl1pPr>
            <a:lvl2pPr marL="201168" indent="0">
              <a:buNone/>
              <a:defRPr sz="1232"/>
            </a:lvl2pPr>
            <a:lvl3pPr marL="402336" indent="0">
              <a:buNone/>
              <a:defRPr sz="1056"/>
            </a:lvl3pPr>
            <a:lvl4pPr marL="603504" indent="0">
              <a:buNone/>
              <a:defRPr sz="880"/>
            </a:lvl4pPr>
            <a:lvl5pPr marL="804672" indent="0">
              <a:buNone/>
              <a:defRPr sz="880"/>
            </a:lvl5pPr>
            <a:lvl6pPr marL="1005840" indent="0">
              <a:buNone/>
              <a:defRPr sz="880"/>
            </a:lvl6pPr>
            <a:lvl7pPr marL="1207008" indent="0">
              <a:buNone/>
              <a:defRPr sz="880"/>
            </a:lvl7pPr>
            <a:lvl8pPr marL="1408176" indent="0">
              <a:buNone/>
              <a:defRPr sz="880"/>
            </a:lvl8pPr>
            <a:lvl9pPr marL="1609344" indent="0">
              <a:buNone/>
              <a:defRPr sz="8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598" y="905352"/>
            <a:ext cx="1955366" cy="1677275"/>
          </a:xfrm>
        </p:spPr>
        <p:txBody>
          <a:bodyPr/>
          <a:lstStyle>
            <a:lvl1pPr marL="0" indent="0">
              <a:buNone/>
              <a:defRPr sz="704"/>
            </a:lvl1pPr>
            <a:lvl2pPr marL="201168" indent="0">
              <a:buNone/>
              <a:defRPr sz="616"/>
            </a:lvl2pPr>
            <a:lvl3pPr marL="402336" indent="0">
              <a:buNone/>
              <a:defRPr sz="528"/>
            </a:lvl3pPr>
            <a:lvl4pPr marL="603504" indent="0">
              <a:buNone/>
              <a:defRPr sz="440"/>
            </a:lvl4pPr>
            <a:lvl5pPr marL="804672" indent="0">
              <a:buNone/>
              <a:defRPr sz="440"/>
            </a:lvl5pPr>
            <a:lvl6pPr marL="1005840" indent="0">
              <a:buNone/>
              <a:defRPr sz="440"/>
            </a:lvl6pPr>
            <a:lvl7pPr marL="1207008" indent="0">
              <a:buNone/>
              <a:defRPr sz="440"/>
            </a:lvl7pPr>
            <a:lvl8pPr marL="1408176" indent="0">
              <a:buNone/>
              <a:defRPr sz="440"/>
            </a:lvl8pPr>
            <a:lvl9pPr marL="1609344" indent="0">
              <a:buNone/>
              <a:defRPr sz="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1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38593" y="160672"/>
            <a:ext cx="1307262" cy="2557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6808" y="160672"/>
            <a:ext cx="3846002" cy="2557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4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6808" y="160672"/>
            <a:ext cx="5229047" cy="583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6808" y="803360"/>
            <a:ext cx="5229047" cy="1914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6808" y="2797089"/>
            <a:ext cx="1364099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34537-05EF-C440-9126-18998D785E54}" type="datetimeFigureOut">
              <a:rPr lang="en-US" smtClean="0"/>
              <a:t>3/12/19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8257" y="2797089"/>
            <a:ext cx="2046149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1756" y="2797089"/>
            <a:ext cx="1364099" cy="1606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6118F-FA00-5F4E-9B35-5DC3A2E70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1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02336" rtl="0" eaLnBrk="1" latinLnBrk="0" hangingPunct="1">
        <a:lnSpc>
          <a:spcPct val="90000"/>
        </a:lnSpc>
        <a:spcBef>
          <a:spcPct val="0"/>
        </a:spcBef>
        <a:buNone/>
        <a:defRPr sz="19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584" indent="-100584" algn="l" defTabSz="402336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232" kern="1200">
          <a:solidFill>
            <a:schemeClr val="tx1"/>
          </a:solidFill>
          <a:latin typeface="+mn-lt"/>
          <a:ea typeface="+mn-ea"/>
          <a:cs typeface="+mn-cs"/>
        </a:defRPr>
      </a:lvl1pPr>
      <a:lvl2pPr marL="301752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2pPr>
      <a:lvl3pPr marL="502920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880" kern="1200">
          <a:solidFill>
            <a:schemeClr val="tx1"/>
          </a:solidFill>
          <a:latin typeface="+mn-lt"/>
          <a:ea typeface="+mn-ea"/>
          <a:cs typeface="+mn-cs"/>
        </a:defRPr>
      </a:lvl3pPr>
      <a:lvl4pPr marL="704088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4pPr>
      <a:lvl5pPr marL="905256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5pPr>
      <a:lvl6pPr marL="1106424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6pPr>
      <a:lvl7pPr marL="1307592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8pPr>
      <a:lvl9pPr marL="1709928" indent="-100584" algn="l" defTabSz="402336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1pPr>
      <a:lvl2pPr marL="201168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3pPr>
      <a:lvl4pPr marL="603504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4pPr>
      <a:lvl5pPr marL="804672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6pPr>
      <a:lvl7pPr marL="1207008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7pPr>
      <a:lvl8pPr marL="1408176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8pPr>
      <a:lvl9pPr marL="1609344" algn="l" defTabSz="402336" rtl="0" eaLnBrk="1" latinLnBrk="0" hangingPunct="1">
        <a:defRPr sz="7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76DB15D-9595-AE46-B730-4336EA245DFD}"/>
              </a:ext>
            </a:extLst>
          </p:cNvPr>
          <p:cNvGrpSpPr/>
          <p:nvPr/>
        </p:nvGrpSpPr>
        <p:grpSpPr>
          <a:xfrm>
            <a:off x="-66989" y="70475"/>
            <a:ext cx="6036362" cy="2869677"/>
            <a:chOff x="-66989" y="70475"/>
            <a:chExt cx="6036362" cy="286967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6DD8DF5-FBCC-BF45-B8CD-533FA61AD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6906" y="70475"/>
              <a:ext cx="2862467" cy="2862467"/>
            </a:xfrm>
            <a:prstGeom prst="rect">
              <a:avLst/>
            </a:prstGeom>
          </p:spPr>
        </p:pic>
        <p:sp>
          <p:nvSpPr>
            <p:cNvPr id="10" name="&quot;No&quot; Symbol 9">
              <a:extLst>
                <a:ext uri="{FF2B5EF4-FFF2-40B4-BE49-F238E27FC236}">
                  <a16:creationId xmlns:a16="http://schemas.microsoft.com/office/drawing/2014/main" id="{E7EA40CB-6100-5A47-BC08-D02F8D98B55D}"/>
                </a:ext>
              </a:extLst>
            </p:cNvPr>
            <p:cNvSpPr/>
            <p:nvPr/>
          </p:nvSpPr>
          <p:spPr>
            <a:xfrm>
              <a:off x="4967539" y="1807702"/>
              <a:ext cx="371963" cy="424795"/>
            </a:xfrm>
            <a:prstGeom prst="noSmoking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&quot;No&quot; Symbol 10">
              <a:extLst>
                <a:ext uri="{FF2B5EF4-FFF2-40B4-BE49-F238E27FC236}">
                  <a16:creationId xmlns:a16="http://schemas.microsoft.com/office/drawing/2014/main" id="{B395A43A-EF44-7245-A879-17BB2CD1E4DF}"/>
                </a:ext>
              </a:extLst>
            </p:cNvPr>
            <p:cNvSpPr/>
            <p:nvPr/>
          </p:nvSpPr>
          <p:spPr>
            <a:xfrm>
              <a:off x="5395825" y="1807702"/>
              <a:ext cx="371963" cy="424795"/>
            </a:xfrm>
            <a:prstGeom prst="noSmoking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17A3C0-9B6F-FE4B-B14B-B4E5D9253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66989" y="77685"/>
              <a:ext cx="2862467" cy="2862467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4A1A5F6-85DB-D94B-91DF-D46D9278E49C}"/>
                </a:ext>
              </a:extLst>
            </p:cNvPr>
            <p:cNvCxnSpPr>
              <a:cxnSpLocks/>
            </p:cNvCxnSpPr>
            <p:nvPr/>
          </p:nvCxnSpPr>
          <p:spPr>
            <a:xfrm>
              <a:off x="2795478" y="1475205"/>
              <a:ext cx="458205" cy="0"/>
            </a:xfrm>
            <a:prstGeom prst="straightConnector1">
              <a:avLst/>
            </a:prstGeom>
            <a:ln w="952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7075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Dunipace, Eric Arthur</dc:creator>
  <cp:lastModifiedBy>Dunipace, Eric Arthur</cp:lastModifiedBy>
  <cp:revision>4</cp:revision>
  <cp:lastPrinted>2019-03-12T22:02:29Z</cp:lastPrinted>
  <dcterms:created xsi:type="dcterms:W3CDTF">2019-02-28T21:23:01Z</dcterms:created>
  <dcterms:modified xsi:type="dcterms:W3CDTF">2019-03-12T22:07:43Z</dcterms:modified>
</cp:coreProperties>
</file>