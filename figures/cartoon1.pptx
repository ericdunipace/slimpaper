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595"/>
  </p:normalViewPr>
  <p:slideViewPr>
    <p:cSldViewPr snapToGrid="0" snapToObjects="1">
      <p:cViewPr varScale="1">
        <p:scale>
          <a:sx n="90" d="100"/>
          <a:sy n="90" d="100"/>
        </p:scale>
        <p:origin x="2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8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4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2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6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6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9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8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9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13B4-549F-4B40-9F57-17EB96388A32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57026-300E-044D-982A-CD73E60F3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0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D36F63-C733-6E43-A028-6A21B69FC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481" y="-86687"/>
            <a:ext cx="7237244" cy="723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Dunipace, Eric Arthur</dc:creator>
  <cp:lastModifiedBy>Dunipace, Eric Arthur</cp:lastModifiedBy>
  <cp:revision>2</cp:revision>
  <cp:lastPrinted>2019-03-12T22:07:27Z</cp:lastPrinted>
  <dcterms:created xsi:type="dcterms:W3CDTF">2019-03-12T22:02:47Z</dcterms:created>
  <dcterms:modified xsi:type="dcterms:W3CDTF">2019-03-12T22:07:42Z</dcterms:modified>
</cp:coreProperties>
</file>