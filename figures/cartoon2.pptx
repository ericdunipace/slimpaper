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595"/>
  </p:normalViewPr>
  <p:slideViewPr>
    <p:cSldViewPr snapToGrid="0" snapToObjects="1">
      <p:cViewPr varScale="1">
        <p:scale>
          <a:sx n="90" d="100"/>
          <a:sy n="90" d="100"/>
        </p:scale>
        <p:origin x="2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8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4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2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6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6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9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8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9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0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98EB958-E13F-6040-9776-E7DC8164AE97}"/>
              </a:ext>
            </a:extLst>
          </p:cNvPr>
          <p:cNvGrpSpPr/>
          <p:nvPr/>
        </p:nvGrpSpPr>
        <p:grpSpPr>
          <a:xfrm>
            <a:off x="-374481" y="-86687"/>
            <a:ext cx="7237244" cy="7237244"/>
            <a:chOff x="3106906" y="70475"/>
            <a:chExt cx="2862467" cy="28624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ED36F63-C733-6E43-A028-6A21B69FC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6906" y="70475"/>
              <a:ext cx="2862467" cy="2862467"/>
            </a:xfrm>
            <a:prstGeom prst="rect">
              <a:avLst/>
            </a:prstGeom>
          </p:spPr>
        </p:pic>
        <p:sp>
          <p:nvSpPr>
            <p:cNvPr id="5" name="&quot;No&quot; Symbol 4">
              <a:extLst>
                <a:ext uri="{FF2B5EF4-FFF2-40B4-BE49-F238E27FC236}">
                  <a16:creationId xmlns:a16="http://schemas.microsoft.com/office/drawing/2014/main" id="{A9E1DF8F-8140-2A40-80B9-F4D912968B7C}"/>
                </a:ext>
              </a:extLst>
            </p:cNvPr>
            <p:cNvSpPr/>
            <p:nvPr/>
          </p:nvSpPr>
          <p:spPr>
            <a:xfrm>
              <a:off x="4967539" y="1807702"/>
              <a:ext cx="371963" cy="424795"/>
            </a:xfrm>
            <a:prstGeom prst="noSmoking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&quot;No&quot; Symbol 5">
              <a:extLst>
                <a:ext uri="{FF2B5EF4-FFF2-40B4-BE49-F238E27FC236}">
                  <a16:creationId xmlns:a16="http://schemas.microsoft.com/office/drawing/2014/main" id="{47617B24-3B78-7D4D-AB1C-C304AE5CEDB3}"/>
                </a:ext>
              </a:extLst>
            </p:cNvPr>
            <p:cNvSpPr/>
            <p:nvPr/>
          </p:nvSpPr>
          <p:spPr>
            <a:xfrm>
              <a:off x="5395825" y="1807702"/>
              <a:ext cx="371963" cy="424795"/>
            </a:xfrm>
            <a:prstGeom prst="noSmoking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12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Dunipace, Eric Arthur</dc:creator>
  <cp:lastModifiedBy>Dunipace, Eric Arthur</cp:lastModifiedBy>
  <cp:revision>1</cp:revision>
  <cp:lastPrinted>2019-03-12T22:05:06Z</cp:lastPrinted>
  <dcterms:created xsi:type="dcterms:W3CDTF">2019-03-12T22:02:47Z</dcterms:created>
  <dcterms:modified xsi:type="dcterms:W3CDTF">2019-03-12T22:05:15Z</dcterms:modified>
</cp:coreProperties>
</file>